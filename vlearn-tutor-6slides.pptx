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NGƯỜI DÙNG &amp; BÀI TOÁN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 tra lại nội dung bài giảng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492240" cy="1417320"/>
          </a:xfrm>
          <a:prstGeom prst="roundRect">
            <a:avLst>
              <a:gd name="adj" fmla="val 6452"/>
            </a:avLst>
          </a:prstGeom>
          <a:solidFill>
            <a:srgbClr val="2B397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Story
</a:t>
            </a:r>
            <a:endParaRPr lang="en-US" sz="1200" dirty="0"/>
          </a:p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ôn tập hoặc lỡ một buổi học, học viên muốn hỏi lại đúng nội dung bài giảng và nhận câu trả lời kèm trích dẫn tin được,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không phải tua lại cả video hoặc chờ tutor trả lời.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6492240" cy="1371600"/>
          </a:xfrm>
          <a:prstGeom prst="roundRect">
            <a:avLst>
              <a:gd name="adj" fmla="val 6667"/>
            </a:avLst>
          </a:prstGeom>
          <a:solidFill>
            <a:srgbClr val="2B39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6576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giải quyết bằng gì hôm nay, và fail ở đâu?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 lại video / hỏi bạn / hỏi tutor / tự tra transcript — chậm, không có trích dẫn để kiểm chứng, và tutor không trả lời được 24/7 khi ôn thi gấp.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1874520"/>
            <a:ext cx="4297680" cy="301752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14884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[ĐIỀN SỐ]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7589520" y="3246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pain đếm được từ chatlog / khảo sát học viên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README chỉ nêu bài toán kỹ thuật, chưa có số đếm pain (§1.3). Điền số thật từ mining/khảo sát của nhóm.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1/6 · User &amp; Job (45s)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VÌ SAO CHỌN TÍNH NĂNG NÀY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impact — các hướng đã cân nhắc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00200"/>
                <a:gridCol w="1691640"/>
                <a:gridCol w="2103120"/>
                <a:gridCol w="1737360"/>
                <a:gridCol w="8229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Ứng viên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Bao nhiêu người gặp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Tần suất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Mỗi lần tốn gì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Build nổi?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Chọn?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129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A · Chatbot RAG hỏi-đáp có trích dẫn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[n] học viên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Mỗi lượt ôn tập / lỡ buổi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[?] phút tua video mỗi lần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Có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A33"/>
                          </a:solidFill>
                        </a:rPr>
                        <a:t>✔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B · [ứng viên khác nhóm đã cân nhắc]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[n]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[?]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[?]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[?]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667380"/>
                          </a:solidFill>
                        </a:rPr>
                        <a:t>[?]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C · [ứng viên bị loại]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[n]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[?]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[?]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667380"/>
                          </a:solidFill>
                        </a:rPr>
                        <a:t>Khó — [lý do]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667380"/>
                          </a:solidFill>
                        </a:rPr>
                        <a:t>✘ Loại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7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7F9"/>
          </a:solidFill>
          <a:ln w="12700">
            <a:solidFill>
              <a:srgbClr val="CFE8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A: </a:t>
            </a:r>
            <a:pPr indent="0" marL="0">
              <a:buNone/>
            </a:pPr>
            <a:r>
              <a:rPr lang="en-US" sz="1300" i="1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— README chỉ mô tả giải pháp đã chọn (chatbot RAG), chưa có bảng so sánh ứng viên/lý do chọn. Bổ sung từ spec.md §1.4 của nhóm.]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2/6 · Vì sao chọn tính năng này (45s)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GIẢI PHÁP &amp; DEMO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Lát cắt một câu — RAG có verify 2 lớp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về bài giảng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600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0440" y="19659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embed + Qdrant top-K, Verifier #1 chặn score &lt; 0.35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F2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00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sinh câu trả lời kèm mã trích dẫn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19659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600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trả lời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89720" y="196596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#2 strip mã bịa; 0 citation hợp lệ → fail-safe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automation: Conditional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tự trả lời khi retrieval đủ mạnh (top-1 ≥ 0.35 + citation hợp lệ); từ chối và trả MOCK_NOT_FOUND khi không đủ căn cứ. Lý do cost-of-error: bịa kiến thức bài giảng khiến học viên học sai (đắt) — từ chối trả lời thì học viên tự biết và hỏi lại nguồn khác (rẻ).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3246120"/>
            <a:ext cx="553212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trực tiếp — 2 case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7947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Case chuẩn: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có trong transcript → trả lời kèm mã [Txx-NNN] đúng.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Case khó: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“Công thức nấu phở bò” — ngoài phạm vi khoá học → hệ thống từ chối bịa, trả MOCK_NOT_FOUND.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3/6 · Giải pháp &amp; demo live (2 phút)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KẾT QUẢ ĐO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golden case, 5 lớp — CP3 benchmark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7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35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tổng  ·  mục tiêu ≥70%  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7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35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Safe-not-guess  ·  mục tiêu ≥85%  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7F9"/>
          </a:solidFill>
          <a:ln w="15875">
            <a:solidFill>
              <a:srgbClr val="C14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435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rate  ·  mục tiêu ≥70%  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3258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2F7F9"/>
          </a:solidFill>
          <a:ln w="15875">
            <a:solidFill>
              <a:srgbClr val="C144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435608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0" y="21031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accuracy  ·  mục tiêu ≥70%  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54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đáng kể nhất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① Bianguon: 33.3% pass · Lớp ③ Citesai: 25% pass. </a:t>
            </a:r>
            <a:pPr indent="0" marL="0">
              <a:buNone/>
            </a:pPr>
            <a:r>
              <a:rPr lang="en-US" sz="12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11/40 case fail tập trung ở các khái niệm nền tảng (MVP, ReAct, Agent, Context window, LayerNorm vs BatchNorm...) — model đáp đúng nội dung nhưng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chèn được mã citation hợp lệ</a:t>
            </a:r>
            <a:pPr indent="0" marL="0">
              <a:buNone/>
            </a:pPr>
            <a:r>
              <a:rPr lang="en-US" sz="12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Trung bình 8.750 ms/case, 4/40 case kích hoạt web research.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983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4/6 · Kết quả đo (45s)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THẬT NÓI GÌ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vòng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2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“[Quote nguyên văn 1 — từ log validation]”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[Tên/vai — willing user?]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2F7F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“[Quote nguyên văn 2 — từ log validation]”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31089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[Tên/vai — willing user?]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đã làm từ feedback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[ĐIỀN — README hiện chỉ có benchmark tự động (§9), chưa có phiên validation với người thật (§4.2 của guide: ≥5 người ngoài nhóm, task thật, quote nguyên văn). Bổ sung log từ validation/ trước khi lên slide.]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5/6 · User thật nói gì (45s)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NẾU CÓ THÊM 1 TUẦN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Ưu tiên tiếp theo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B397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citation rate 62.5% → ≥70%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Siết prompt ép chèn mã [Txx-NNN], hạ temperature, tăng rule trong tools.js.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B397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2514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content accuracy lớp 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TOP_K (3 → 5) và cải thiện chunking cho khái niệm nền tảng.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2B3970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66760" y="25146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Sửa lớp ③ — cite sai (25% pass)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66760" y="32004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Khoanh vùng retrieval chặt hơn, lọc theo score min/max.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B397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lớn nhất: </a:t>
            </a:r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Safe-not-guess cao (92.5%) nhưng content accuracy thấp (40.9%) cho thấy hệ thống “biết khi nào nên im lặng” tốt hơn nhiều so với “trả lời đúng và trích đúng nguồn” — hai năng lực này cần đo và cải thiện riêng, không gộp chung một chỉ số. [Bổ sung bài học riêng của nhóm nếu khác]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6/6 · Nếu có thêm 1 tuần (30s)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2026-07-31T02:37:41Z</dcterms:created>
  <dcterms:modified xsi:type="dcterms:W3CDTF">2026-07-31T02:37:41Z</dcterms:modified>
</cp:coreProperties>
</file>